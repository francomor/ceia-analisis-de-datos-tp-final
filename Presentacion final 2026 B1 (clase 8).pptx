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db6d391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adb6d391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4d919b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4d919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55e8180b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655e8180b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5f7747de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85f7747de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5f7747de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85f7747de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5f7747de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85f7747de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5f7747de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85f7747de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5f7747de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85f7747de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5f7747de7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85f7747de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5f7747de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85f7747de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73065a3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73065a3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3065a3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73065a3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73065a3d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73065a3d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3065a3d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73065a3d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4638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999" y="435150"/>
            <a:ext cx="5411775" cy="43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1</a:t>
            </a:r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2</a:t>
            </a:r>
            <a:endParaRPr/>
          </a:p>
        </p:txBody>
      </p:sp>
      <p:sp>
        <p:nvSpPr>
          <p:cNvPr id="74" name="Google Shape;74;p18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8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3</a:t>
            </a:r>
            <a:endParaRPr/>
          </a:p>
        </p:txBody>
      </p:sp>
      <p:sp>
        <p:nvSpPr>
          <p:cNvPr id="81" name="Google Shape;81;p19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9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4</a:t>
            </a:r>
            <a:endParaRPr/>
          </a:p>
        </p:txBody>
      </p:sp>
      <p:sp>
        <p:nvSpPr>
          <p:cNvPr id="88" name="Google Shape;88;p20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5</a:t>
            </a:r>
            <a:endParaRPr/>
          </a:p>
        </p:txBody>
      </p:sp>
      <p:sp>
        <p:nvSpPr>
          <p:cNvPr id="95" name="Google Shape;95;p21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6</a:t>
            </a:r>
            <a:endParaRPr/>
          </a:p>
        </p:txBody>
      </p:sp>
      <p:sp>
        <p:nvSpPr>
          <p:cNvPr id="102" name="Google Shape;102;p22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7</a:t>
            </a:r>
            <a:endParaRPr/>
          </a:p>
        </p:txBody>
      </p:sp>
      <p:sp>
        <p:nvSpPr>
          <p:cNvPr id="109" name="Google Shape;109;p23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8</a:t>
            </a:r>
            <a:endParaRPr/>
          </a:p>
        </p:txBody>
      </p:sp>
      <p:sp>
        <p:nvSpPr>
          <p:cNvPr id="116" name="Google Shape;116;p24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4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9</a:t>
            </a:r>
            <a:endParaRPr/>
          </a:p>
        </p:txBody>
      </p:sp>
      <p:sp>
        <p:nvSpPr>
          <p:cNvPr id="123" name="Google Shape;123;p25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10</a:t>
            </a:r>
            <a:endParaRPr/>
          </a:p>
        </p:txBody>
      </p:sp>
      <p:sp>
        <p:nvSpPr>
          <p:cNvPr id="130" name="Google Shape;130;p26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11</a:t>
            </a:r>
            <a:endParaRPr/>
          </a:p>
        </p:txBody>
      </p:sp>
      <p:sp>
        <p:nvSpPr>
          <p:cNvPr id="137" name="Google Shape;137;p27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" type="subTitle"/>
          </p:nvPr>
        </p:nvSpPr>
        <p:spPr>
          <a:xfrm>
            <a:off x="311700" y="15728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GRUPO 12</a:t>
            </a:r>
            <a:endParaRPr/>
          </a:p>
        </p:txBody>
      </p:sp>
      <p:sp>
        <p:nvSpPr>
          <p:cNvPr id="144" name="Google Shape;144;p28"/>
          <p:cNvSpPr txBox="1"/>
          <p:nvPr/>
        </p:nvSpPr>
        <p:spPr>
          <a:xfrm>
            <a:off x="2308575" y="2333525"/>
            <a:ext cx="43377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ALUMNOS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TEMA</a:t>
            </a:r>
            <a:endParaRPr b="0" i="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8"/>
          <p:cNvSpPr/>
          <p:nvPr/>
        </p:nvSpPr>
        <p:spPr>
          <a:xfrm>
            <a:off x="6428975" y="503925"/>
            <a:ext cx="2200500" cy="1114200"/>
          </a:xfrm>
          <a:prstGeom prst="wedgeRectCallout">
            <a:avLst>
              <a:gd fmla="val -84710" name="adj1"/>
              <a:gd fmla="val 70124" name="adj2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REEMPLAZAR ESTA SLIDE POR LA</a:t>
            </a:r>
            <a:r>
              <a:rPr lang="es"/>
              <a:t>S</a:t>
            </a: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PROPIAS DEL GRUPO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